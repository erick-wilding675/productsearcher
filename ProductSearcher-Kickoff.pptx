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3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k Cardoso Mendes" userId="47087318c6d4c446" providerId="LiveId" clId="{0E963BEA-A2CC-426E-A2F1-50F0E786C435}"/>
    <pc:docChg chg="delSld">
      <pc:chgData name="Erick Cardoso Mendes" userId="47087318c6d4c446" providerId="LiveId" clId="{0E963BEA-A2CC-426E-A2F1-50F0E786C435}" dt="2026-06-22T13:55:52.524" v="1" actId="47"/>
      <pc:docMkLst>
        <pc:docMk/>
      </pc:docMkLst>
      <pc:sldChg chg="del">
        <pc:chgData name="Erick Cardoso Mendes" userId="47087318c6d4c446" providerId="LiveId" clId="{0E963BEA-A2CC-426E-A2F1-50F0E786C435}" dt="2026-06-22T13:55:40.294" v="0" actId="47"/>
        <pc:sldMkLst>
          <pc:docMk/>
          <pc:sldMk cId="0" sldId="257"/>
        </pc:sldMkLst>
      </pc:sldChg>
      <pc:sldChg chg="del">
        <pc:chgData name="Erick Cardoso Mendes" userId="47087318c6d4c446" providerId="LiveId" clId="{0E963BEA-A2CC-426E-A2F1-50F0E786C435}" dt="2026-06-22T13:55:52.524" v="1" actId="47"/>
        <pc:sldMkLst>
          <pc:docMk/>
          <pc:sldMk cId="0" sldId="25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Tarefas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F1</c:v>
                </c:pt>
                <c:pt idx="1">
                  <c:v>F2</c:v>
                </c:pt>
                <c:pt idx="2">
                  <c:v>F3</c:v>
                </c:pt>
                <c:pt idx="3">
                  <c:v>F4</c:v>
                </c:pt>
                <c:pt idx="4">
                  <c:v>F5</c:v>
                </c:pt>
                <c:pt idx="5">
                  <c:v>F6</c:v>
                </c:pt>
                <c:pt idx="6">
                  <c:v>F7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7</c:v>
                </c:pt>
                <c:pt idx="2">
                  <c:v>14</c:v>
                </c:pt>
                <c:pt idx="3">
                  <c:v>14</c:v>
                </c:pt>
                <c:pt idx="4">
                  <c:v>7</c:v>
                </c:pt>
                <c:pt idx="5">
                  <c:v>4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D-4F20-88C8-4727B38D03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02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291840" cy="3291840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338560" y="4754880"/>
            <a:ext cx="2560320" cy="2560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ProductSearcher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 &amp; Backlog — reunião de início do projeto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inteligente de descoberta e comparação de produtos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portfólio · MVP em free-tier · Equipe de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&amp; VISÃO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ProductSearcher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o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</a:t>
            </a: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cruzar Google, YouTube, marketplaces e reviews, o usuário recebe ranking, comparação e explicações em um só lugar — no web app e numa extensão Chrome que responde sobre a própria busca do Google.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case técnico de portfólio (arquitetura moderna, dados, IA aplicada, DevOps), executável em free-tier.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155448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PRINCÍPIO NORTEADOR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21945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chatbot.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plataforma de descoberta que usa IA como camada complementar — e continua funcionando sem nenhum LLM.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&amp; VISÃO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Posicionamento &amp; público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Product Discovery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marketplace, comparador de preços, cashback nem chatbot genérico.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 intenção → encontra produtos → sintetiza → compara → explica.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150876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903720" y="177393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543800" y="1618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Consumidor topo de funil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“melhor X para Y” — ainda não decidiu o modelo.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265176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903720" y="291693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543800" y="2761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vs B” — já tem candidatos, quer ver lado a lado.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379476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903720" y="405993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54380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Curador de catálogo (interno)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380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dataset seed e garante qualidade.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&amp; VISÃO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Escopo do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No MVP (Must)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seed curado (notebooks + fones)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textual + parser de intenção determinístico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2–4 produtos por specs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explicável e reproduzível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(Next.js) moderno, light + dark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Chrome de demonstração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público </a:t>
            </a:r>
            <a:r>
              <a:rPr lang="en-US" sz="14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free-tier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5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(</a:t>
            </a:r>
            <a:r>
              <a:rPr lang="en-US" sz="145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</a:t>
            </a:r>
            <a:r>
              <a:rPr lang="en-US" sz="14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have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(</a:t>
            </a:r>
            <a:r>
              <a:rPr lang="en-US" sz="1450" dirty="0" err="1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</a:t>
            </a:r>
            <a:r>
              <a:rPr lang="en-US" sz="14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have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(</a:t>
            </a:r>
            <a:r>
              <a:rPr lang="en-US" sz="1450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deveria</a:t>
            </a:r>
            <a:r>
              <a:rPr lang="en-US" sz="14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have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(</a:t>
            </a:r>
            <a:r>
              <a:rPr lang="en-US" sz="14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</a:t>
            </a: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have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  Fora do MVP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Cashback, cupons, afiliados, marketplace, pagamentos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/ contas de </a:t>
            </a:r>
            <a:r>
              <a:rPr lang="en-US" sz="14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auth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automatizado (APIFY a validar depois)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 agentes (LangGraph) em produção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&amp; DECISÕES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Decisões fundacionais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seed curado no MVP (sem scraping). APIFY a validar.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2628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Datastore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423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Postgres-only: FTS + pgvector no Supabase. Um único banco.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2958352" cy="41148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599" y="1874520"/>
            <a:ext cx="29583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– </a:t>
            </a:r>
            <a:r>
              <a:rPr lang="en-US" sz="1300" b="1" dirty="0" err="1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Construção</a:t>
            </a: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da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423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modular (FastAPI) + worker. Sem microserviços.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22960" y="384048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 e plugável. O sistema funciona sem LLM.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51960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526280" y="384048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5262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43891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Free-tier: Vercel + backend sem cold start + </a:t>
            </a: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55280" y="35661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229600" y="384048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22960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43891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roxo/lilás (violet), 60-30-10, light + dark.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&amp; DECISÕES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Arquitetura-alvo do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60020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 (Next.js)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60020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0" y="1600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Extensão Chrome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278892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194560" y="2788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— FastAPI (monólito modular)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· search · ai · core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416052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2E1065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468880" y="4160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(Supabase)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FTS + pgvector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41605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949440" y="4160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de ingestão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(seed)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06040" y="2377440"/>
            <a:ext cx="0" cy="384048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80760" y="2377440"/>
            <a:ext cx="0" cy="384048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343400" y="3703320"/>
            <a:ext cx="0" cy="438912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949440" y="4572000"/>
            <a:ext cx="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229600" y="16002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5039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2148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 · Tailwind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(FTS + pgvector)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CI/CD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97280" y="5806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atrás de interface (SearchProvider · VectorProvider · IngestionSource · AIService) permitem evoluir sem reescrever o core. A IA é opcional: o caminho crítico funciona sem ela.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&amp; DECISÕES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ADRs — decisões registradas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901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ADR-001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042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Aquisição de dados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700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curado; scraping descartado; APIFY a validar.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64592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0" y="1901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ADR-002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3042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Datastore Postgres-only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6700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 + pgvector; Qdrant/OpenSearch atrás de interface.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8680" y="37764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ADR-003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178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Monólito modular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544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worker; extrair serviço só quando necessário.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352044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00800" y="37764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ADR-004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178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free-tier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544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host sem cold start + Supabase com keep-alive.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por fases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664208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Fundação &amp; Infra - Erick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322576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417320" y="232257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 &amp; Ingestão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6265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2980944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417320" y="298094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3639312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417320" y="363931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Frontend/UI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86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4297680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417320" y="429768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Extensão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4440" y="4956048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417320" y="495604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&amp; Busca semântica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59612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48640" y="5596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34440" y="5614416"/>
            <a:ext cx="69494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417320" y="5614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&amp; Qualidade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138160" y="164592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2E1065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4124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LER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228600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primeiro (Fases 2–5) para entregar e testar cedo.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concentrado na Fase 7 para não travar a implementação.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(Fase 6) só reforça — nunca está no caminho crítico.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 &amp; TAREFAS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 tarefas mapeadas no Tasks Tracker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77240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cada tarefa vem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28600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 [Fase X]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(Phase): Infra, Backend, Frontend/UI…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(High/Medium/Low) + Tipo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+ critério de aceitação no corpo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começa em Not started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 &amp; TAREFAS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Divisão sugerida (a combinar)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6517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Pessoa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Frentes principais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Fases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Erick (tech lead)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Infra, banco/dados, backend (API), IA, deploy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1·2·3·6·7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fullstack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Frontend/UI + extensão Chrome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4·5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fullstack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Frontend/UI + seed/dados + testes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2·4·7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ponto de partida — ajustamos juntos na reunião conforme interesse e disponibilidade.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&amp; PRIMEIROS PASSOS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subir o ambiente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Clonar o repositório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12080" y="1618488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1E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394960" y="161848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… &amp;&amp; cd ProductSearcher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ambiente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2459736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1E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94960" y="2459736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 (sem segredos no git)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264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Subir local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3300984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1E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94960" y="3300984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 →  API em :8000, banco com pgvector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105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Provisionar Supabase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12080" y="4142232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1E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394960" y="4142232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+ pgvector; aplicar migrations (Fase 2)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9469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12080" y="4983480"/>
            <a:ext cx="6400800" cy="420624"/>
          </a:xfrm>
          <a:prstGeom prst="roundRect">
            <a:avLst>
              <a:gd name="adj" fmla="val 10870"/>
            </a:avLst>
          </a:prstGeom>
          <a:solidFill>
            <a:srgbClr val="1E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394960" y="498348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 &amp;&amp; npm install &amp;&amp; npm run dev  →  :3000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trabalho: branch por feature → PR com CI verde (lint + test) → merge na main.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ALINHAMENTOS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Riscos &amp; decisões a fechar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Principais riscos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Qualidade/cobertura do seed → escopo enxuto + validação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em free-tier → host sem spin-down + keep-alive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Over-engineering de IA → RAG/agentes ficam fora do MVP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Fragilidade do DOM do Google → ler query por URL + fallback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Decisões a fechar hoje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2 categorias exatas (notebooks + fones?)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produtos por categoria no seed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do backend: Fly.io vs Hugging Face Spaces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do seed: cadastro manual vs semi-automático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 das tarefas do 1º sprint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Primeiro sprint: Fase 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ambiente, provisionar o Supabase e aplicar as migrations do schema.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documentado no Notion (Document Hub + Tasks Tracker) e no repositório (.ai/, docs/, adr/).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1026</Words>
  <Application>Microsoft Office PowerPoint</Application>
  <PresentationFormat>Widescreen</PresentationFormat>
  <Paragraphs>179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ProductSearcher — Kickoff &amp; Backlog</dc:title>
  <dc:subject>PptxGenJS Presentation</dc:subject>
  <dc:creator>ProductSearcher</dc:creator>
  <cp:lastModifiedBy>Erick Mendes</cp:lastModifiedBy>
  <cp:revision>3</cp:revision>
  <dcterms:created xsi:type="dcterms:W3CDTF">2026-06-22T13:44:28Z</dcterms:created>
  <dcterms:modified xsi:type="dcterms:W3CDTF">2026-06-23T23:50:16Z</dcterms:modified>
</cp:coreProperties>
</file>